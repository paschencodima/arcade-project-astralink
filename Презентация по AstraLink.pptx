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BF7040-458F-F0A1-8558-B18A466DC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CC517A-7AE4-73A1-C555-027305FC5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CD0140-4654-E1AF-8A3B-74C9F377D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764D55-F568-57D5-B96F-FEF1C179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4919AE-3F79-8F68-1767-88B50336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98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3989F-4312-19D3-3C15-74B81647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B0489B-1BF0-6FF0-FABB-1AC38BB9D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0055E9-3E27-58F0-E16A-96702D1A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AB4C43-0B5A-6768-B4D7-D48CBB537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ECC665-5B9E-B7B3-D679-330761C0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10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5F91C-E3E9-674F-7359-7511B02F4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8F406D-426C-8DBD-42D7-FFC27A1B6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5E3435-3E0D-55E0-86C5-56974F7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8D3278-942E-E9D2-46E9-D2B6487D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C4F44E-A679-787B-7948-146189E2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135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0056D0-3D3B-9013-A635-33EE83B54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248137-1D57-42C6-5A13-90D08D0F5D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868D44-9C70-B584-A441-1339DB7FC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FC6DEF-1408-925B-E3AB-ED14BDAD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07A7D2-0C07-6CAA-386F-9EFBED0E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0BFE54-E60F-DF56-0CD0-3A4311156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674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A8CBD-8B2B-A0C5-3804-D6EC2735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F18F5B-3C21-7B25-8C5F-C3D34BA05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EBBB7A-87B7-8D8F-8508-6F54606A3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061F53-DB29-3B3C-82C2-0A3B45342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EB25820-41C0-1A7A-799F-5E169387D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807DC1-8F0C-6684-EFF9-6F329DE5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33225A-3963-40D9-3B63-6E7D85B51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CF3E70C-4F4B-7915-8087-4543836C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76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3AD2CF-FADE-0955-3B4D-2B9F79BEC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EC879D-3199-B8A3-9B71-309D0FB93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0E78CA-2E5D-351C-10C6-CE87A1E0C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8F7E7C-B33F-4BEF-073F-F3CE478E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43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8CBAD5-6A96-D2D5-F119-20B27778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D6A670-CEE6-2EE0-CD85-2C4E24CD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66580F-39DC-ACA6-220F-9B47691E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28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EF299-2AB4-EAAE-B7DA-E6AE95D50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E2D1DF-D762-8009-DE3B-446B5200B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DCAD4E-6950-4401-3D05-617BE4D49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F80838-39C3-815D-A82C-6146F163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E3941B-F2BE-8A5A-77C3-8FF9B2A3F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677A7F-8AF1-1A7C-A939-DFAC5755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09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F9EBB-9B01-1BE7-B79F-28CE1B8FD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BD3060-0674-5F18-D3ED-2A3CA1A5F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7A7B27-BB7A-915A-1F81-ED70162A0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8F17F8-F9F4-7F4E-15E4-F529B8EED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610F61-7D91-2D18-970A-3769B057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8CD359-87F9-92EB-4D37-6AD75CCC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866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C7A4B2-BFDD-FFB5-EF3E-2F0319172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E9ADC9-F846-C3A3-EB41-FA5CD9F9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2EEF7E-A0C6-B31A-DE73-0522C5C8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8E6E6E-29C9-93F6-64AD-6743878AA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C19B8C-B817-785C-27F0-6247BE26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99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A2A2517-C8BE-0518-F6C8-B22629A94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851049B-F872-0310-9039-AF9CFCF54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1DF125-3360-A276-F7B0-5297362C6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BC6312-A51F-269E-69BF-9D498B9E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89AF84-C0D5-F088-2BAB-1D5329FE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55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D0C553-61D7-EA0D-A3A2-3E113162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F4E54C-7E52-30E2-B625-7C970C8DD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921DB4-FFB7-32E3-58F9-6BBA193C7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9DE7-39C3-4985-8F42-51C6B4CA7775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1B7FB6-E25E-38F4-C8A8-0B03CA7BF4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A4BEA-D7A5-F3E0-203D-B7D9391AD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57916-017C-4602-AD1B-0208938B6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625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17/06/relationships/model3d" Target="../media/model3d6.glb"/><Relationship Id="rId18" Type="http://schemas.openxmlformats.org/officeDocument/2006/relationships/image" Target="../media/image9.png"/><Relationship Id="rId3" Type="http://schemas.microsoft.com/office/2017/06/relationships/model3d" Target="../media/model3d1.glb"/><Relationship Id="rId7" Type="http://schemas.microsoft.com/office/2017/06/relationships/model3d" Target="../media/model3d3.glb"/><Relationship Id="rId12" Type="http://schemas.openxmlformats.org/officeDocument/2006/relationships/image" Target="../media/image6.png"/><Relationship Id="rId17" Type="http://schemas.microsoft.com/office/2017/06/relationships/model3d" Target="../media/model3d8.glb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17/06/relationships/model3d" Target="../media/model3d5.glb"/><Relationship Id="rId5" Type="http://schemas.microsoft.com/office/2017/06/relationships/model3d" Target="../media/model3d2.glb"/><Relationship Id="rId15" Type="http://schemas.microsoft.com/office/2017/06/relationships/model3d" Target="../media/model3d7.glb"/><Relationship Id="rId10" Type="http://schemas.openxmlformats.org/officeDocument/2006/relationships/image" Target="../media/image5.png"/><Relationship Id="rId19" Type="http://schemas.microsoft.com/office/2017/06/relationships/model3d" Target="../media/model3d9.glb"/><Relationship Id="rId4" Type="http://schemas.openxmlformats.org/officeDocument/2006/relationships/image" Target="../media/image2.png"/><Relationship Id="rId9" Type="http://schemas.microsoft.com/office/2017/06/relationships/model3d" Target="../media/model3d4.glb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86BC885-50FB-1101-0DBF-B499CE076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" y="-114300"/>
            <a:ext cx="12201526" cy="697230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Трехмерная модель 8" descr="s">
                <a:extLst>
                  <a:ext uri="{FF2B5EF4-FFF2-40B4-BE49-F238E27FC236}">
                    <a16:creationId xmlns:a16="http://schemas.microsoft.com/office/drawing/2014/main" id="{14A22B05-5AD2-36A8-4621-9494B5BB91C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1365236"/>
                  </p:ext>
                </p:extLst>
              </p:nvPr>
            </p:nvGraphicFramePr>
            <p:xfrm>
              <a:off x="4207152" y="3326314"/>
              <a:ext cx="461426" cy="76159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61426" cy="761590"/>
                    </a:xfrm>
                    <a:prstGeom prst="rect">
                      <a:avLst/>
                    </a:prstGeom>
                  </am3d:spPr>
                  <am3d:camera>
                    <am3d:pos x="0" y="0" z="5602494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711075" d="1000000"/>
                    <am3d:preTrans dx="-1148845" dy="-18080120" dz="-2696"/>
                    <am3d:scale>
                      <am3d:sx n="1000000" d="1000000"/>
                      <am3d:sy n="1000000" d="1000000"/>
                      <am3d:sz n="1000000" d="1000000"/>
                    </am3d:scale>
                    <am3d:rot ax="230003" ay="1219611" az="8000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058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Трехмерная модель 8" descr="s">
                <a:extLst>
                  <a:ext uri="{FF2B5EF4-FFF2-40B4-BE49-F238E27FC236}">
                    <a16:creationId xmlns:a16="http://schemas.microsoft.com/office/drawing/2014/main" id="{14A22B05-5AD2-36A8-4621-9494B5BB91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07152" y="3326314"/>
                <a:ext cx="461426" cy="761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Трехмерная модель 9" descr="t">
                <a:extLst>
                  <a:ext uri="{FF2B5EF4-FFF2-40B4-BE49-F238E27FC236}">
                    <a16:creationId xmlns:a16="http://schemas.microsoft.com/office/drawing/2014/main" id="{4EE2B962-DFC0-0C46-C53F-814F98C9E48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42873315"/>
                  </p:ext>
                </p:extLst>
              </p:nvPr>
            </p:nvGraphicFramePr>
            <p:xfrm>
              <a:off x="4636061" y="2974848"/>
              <a:ext cx="492848" cy="1111583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92848" cy="1111583"/>
                    </a:xfrm>
                    <a:prstGeom prst="rect">
                      <a:avLst/>
                    </a:prstGeom>
                  </am3d:spPr>
                  <am3d:camera>
                    <am3d:pos x="0" y="0" z="5183992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666045" d="1000000"/>
                    <am3d:preTrans dx="3988124" dy="-18000000" dz="1055"/>
                    <am3d:scale>
                      <am3d:sx n="1000000" d="1000000"/>
                      <am3d:sy n="1000000" d="1000000"/>
                      <am3d:sz n="1000000" d="1000000"/>
                    </am3d:scale>
                    <am3d:rot ax="295807" ay="984296" az="8373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121766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Трехмерная модель 9" descr="t">
                <a:extLst>
                  <a:ext uri="{FF2B5EF4-FFF2-40B4-BE49-F238E27FC236}">
                    <a16:creationId xmlns:a16="http://schemas.microsoft.com/office/drawing/2014/main" id="{4EE2B962-DFC0-0C46-C53F-814F98C9E48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36061" y="2974848"/>
                <a:ext cx="492848" cy="11115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Трехмерная модель 10" descr="r">
                <a:extLst>
                  <a:ext uri="{FF2B5EF4-FFF2-40B4-BE49-F238E27FC236}">
                    <a16:creationId xmlns:a16="http://schemas.microsoft.com/office/drawing/2014/main" id="{4A5988C1-9D42-2F4A-A4BD-7E7E74D394B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8582162"/>
                  </p:ext>
                </p:extLst>
              </p:nvPr>
            </p:nvGraphicFramePr>
            <p:xfrm>
              <a:off x="5194326" y="3293925"/>
              <a:ext cx="368667" cy="705743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368667" cy="705743"/>
                    </a:xfrm>
                    <a:prstGeom prst="rect">
                      <a:avLst/>
                    </a:prstGeom>
                  </am3d:spPr>
                  <am3d:camera>
                    <am3d:pos x="0" y="0" z="5303254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737386" d="1000000"/>
                    <am3d:preTrans dx="-6347417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19781" ay="776716" az="187025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79274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Трехмерная модель 10" descr="r">
                <a:extLst>
                  <a:ext uri="{FF2B5EF4-FFF2-40B4-BE49-F238E27FC236}">
                    <a16:creationId xmlns:a16="http://schemas.microsoft.com/office/drawing/2014/main" id="{4A5988C1-9D42-2F4A-A4BD-7E7E74D394B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94326" y="3293925"/>
                <a:ext cx="368667" cy="705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Трехмерная модель 11" descr="a">
                <a:extLst>
                  <a:ext uri="{FF2B5EF4-FFF2-40B4-BE49-F238E27FC236}">
                    <a16:creationId xmlns:a16="http://schemas.microsoft.com/office/drawing/2014/main" id="{B3F4BDF3-7EFC-FF7D-9069-412172B3A3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2469063"/>
                  </p:ext>
                </p:extLst>
              </p:nvPr>
            </p:nvGraphicFramePr>
            <p:xfrm>
              <a:off x="5562993" y="3291522"/>
              <a:ext cx="525748" cy="673920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525748" cy="673920"/>
                    </a:xfrm>
                    <a:prstGeom prst="rect">
                      <a:avLst/>
                    </a:prstGeom>
                  </am3d:spPr>
                  <am3d:camera>
                    <am3d:pos x="0" y="0" z="5954818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40546" d="1000000"/>
                    <am3d:preTrans dx="0" dy="-17307981" dz="-2661"/>
                    <am3d:scale>
                      <am3d:sx n="1000000" d="1000000"/>
                      <am3d:sy n="1000000" d="1000000"/>
                      <am3d:sz n="1000000" d="1000000"/>
                    </am3d:scale>
                    <am3d:rot ax="685184" ay="799092" az="159840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8548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Трехмерная модель 11" descr="a">
                <a:extLst>
                  <a:ext uri="{FF2B5EF4-FFF2-40B4-BE49-F238E27FC236}">
                    <a16:creationId xmlns:a16="http://schemas.microsoft.com/office/drawing/2014/main" id="{B3F4BDF3-7EFC-FF7D-9069-412172B3A3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62993" y="3291522"/>
                <a:ext cx="525748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Трехмерная модель 12" descr="l">
                <a:extLst>
                  <a:ext uri="{FF2B5EF4-FFF2-40B4-BE49-F238E27FC236}">
                    <a16:creationId xmlns:a16="http://schemas.microsoft.com/office/drawing/2014/main" id="{6460975F-AD9E-B279-82DF-36CC26B41B6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55839692"/>
                  </p:ext>
                </p:extLst>
              </p:nvPr>
            </p:nvGraphicFramePr>
            <p:xfrm>
              <a:off x="6103261" y="2830847"/>
              <a:ext cx="152812" cy="1064910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152812" cy="1064910"/>
                    </a:xfrm>
                    <a:prstGeom prst="rect">
                      <a:avLst/>
                    </a:prstGeom>
                  </am3d:spPr>
                  <am3d:camera>
                    <am3d:pos x="0" y="0" z="474525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33333" d="1000000"/>
                    <am3d:preTrans dx="0" dy="-18000000" dz="-1923"/>
                    <am3d:scale>
                      <am3d:sx n="1000000" d="1000000"/>
                      <am3d:sy n="1000000" d="1000000"/>
                      <am3d:sz n="1000000" d="1000000"/>
                    </am3d:scale>
                    <am3d:rot ax="532474" ay="1492637" az="225479"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107907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Трехмерная модель 12" descr="l">
                <a:extLst>
                  <a:ext uri="{FF2B5EF4-FFF2-40B4-BE49-F238E27FC236}">
                    <a16:creationId xmlns:a16="http://schemas.microsoft.com/office/drawing/2014/main" id="{6460975F-AD9E-B279-82DF-36CC26B41B6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03261" y="2830847"/>
                <a:ext cx="152812" cy="1064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Трехмерная модель 13" descr="i">
                <a:extLst>
                  <a:ext uri="{FF2B5EF4-FFF2-40B4-BE49-F238E27FC236}">
                    <a16:creationId xmlns:a16="http://schemas.microsoft.com/office/drawing/2014/main" id="{A95D417E-C2A0-F867-3468-DC95D92D92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31151801"/>
                  </p:ext>
                </p:extLst>
              </p:nvPr>
            </p:nvGraphicFramePr>
            <p:xfrm>
              <a:off x="6321697" y="2857621"/>
              <a:ext cx="152812" cy="986868"/>
            </p:xfrm>
            <a:graphic>
              <a:graphicData uri="http://schemas.microsoft.com/office/drawing/2017/model3d">
                <am3d:model3d r:embed="rId13">
                  <am3d:spPr>
                    <a:xfrm>
                      <a:off x="0" y="0"/>
                      <a:ext cx="152812" cy="986868"/>
                    </a:xfrm>
                    <a:prstGeom prst="rect">
                      <a:avLst/>
                    </a:prstGeom>
                  </am3d:spPr>
                  <am3d:camera>
                    <am3d:pos x="0" y="0" z="47641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06566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00357" ay="1381492" az="78436"/>
                    <am3d:postTrans dx="0" dy="0" dz="0"/>
                  </am3d:trans>
                  <am3d:raster rName="Office3DRenderer" rVer="16.0.8326">
                    <am3d:blip r:embed="rId14"/>
                  </am3d:raster>
                  <am3d:objViewport viewportSz="10177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Трехмерная модель 13" descr="i">
                <a:extLst>
                  <a:ext uri="{FF2B5EF4-FFF2-40B4-BE49-F238E27FC236}">
                    <a16:creationId xmlns:a16="http://schemas.microsoft.com/office/drawing/2014/main" id="{A95D417E-C2A0-F867-3468-DC95D92D92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21697" y="2857621"/>
                <a:ext cx="152812" cy="9868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Трехмерная модель 14" descr="n">
                <a:extLst>
                  <a:ext uri="{FF2B5EF4-FFF2-40B4-BE49-F238E27FC236}">
                    <a16:creationId xmlns:a16="http://schemas.microsoft.com/office/drawing/2014/main" id="{427FDBC6-DECA-C28E-1789-71E66366E68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09204984"/>
                  </p:ext>
                </p:extLst>
              </p:nvPr>
            </p:nvGraphicFramePr>
            <p:xfrm>
              <a:off x="6548534" y="3115758"/>
              <a:ext cx="495614" cy="692527"/>
            </p:xfrm>
            <a:graphic>
              <a:graphicData uri="http://schemas.microsoft.com/office/drawing/2017/model3d">
                <am3d:model3d r:embed="rId15">
                  <am3d:spPr>
                    <a:xfrm>
                      <a:off x="0" y="0"/>
                      <a:ext cx="495614" cy="692527"/>
                    </a:xfrm>
                    <a:prstGeom prst="rect">
                      <a:avLst/>
                    </a:prstGeom>
                  </am3d:spPr>
                  <am3d:camera>
                    <am3d:pos x="0" y="0" z="6032121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1127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50641" ay="1587036" az="-22560"/>
                    <am3d:postTrans dx="0" dy="0" dz="0"/>
                  </am3d:trans>
                  <am3d:raster rName="Office3DRenderer" rVer="16.0.8326">
                    <am3d:blip r:embed="rId16"/>
                  </am3d:raster>
                  <am3d:objViewport viewportSz="83210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Трехмерная модель 14" descr="n">
                <a:extLst>
                  <a:ext uri="{FF2B5EF4-FFF2-40B4-BE49-F238E27FC236}">
                    <a16:creationId xmlns:a16="http://schemas.microsoft.com/office/drawing/2014/main" id="{427FDBC6-DECA-C28E-1789-71E66366E68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48534" y="3115758"/>
                <a:ext cx="495614" cy="6925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Трехмерная модель 15" descr="k">
                <a:extLst>
                  <a:ext uri="{FF2B5EF4-FFF2-40B4-BE49-F238E27FC236}">
                    <a16:creationId xmlns:a16="http://schemas.microsoft.com/office/drawing/2014/main" id="{87B9C519-7A1B-364B-963E-A466812901F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83432691"/>
                  </p:ext>
                </p:extLst>
              </p:nvPr>
            </p:nvGraphicFramePr>
            <p:xfrm>
              <a:off x="7099616" y="2774538"/>
              <a:ext cx="508562" cy="988648"/>
            </p:xfrm>
            <a:graphic>
              <a:graphicData uri="http://schemas.microsoft.com/office/drawing/2017/model3d">
                <am3d:model3d r:embed="rId17">
                  <am3d:spPr>
                    <a:xfrm>
                      <a:off x="0" y="0"/>
                      <a:ext cx="508562" cy="988648"/>
                    </a:xfrm>
                    <a:prstGeom prst="rect">
                      <a:avLst/>
                    </a:prstGeom>
                  </am3d:spPr>
                  <am3d:camera>
                    <am3d:pos x="0" y="0" z="5398973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62083" d="1000000"/>
                    <am3d:preTrans dx="-2" dy="-18000000" dz="-3192"/>
                    <am3d:scale>
                      <am3d:sx n="1000000" d="1000000"/>
                      <am3d:sy n="1000000" d="1000000"/>
                      <am3d:sz n="1000000" d="1000000"/>
                    </am3d:scale>
                    <am3d:rot ax="-115164" ay="1553278" az="-50299"/>
                    <am3d:postTrans dx="0" dy="0" dz="0"/>
                  </am3d:trans>
                  <am3d:raster rName="Office3DRenderer" rVer="16.0.8326">
                    <am3d:blip r:embed="rId18"/>
                  </am3d:raster>
                  <am3d:objViewport viewportSz="11000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Трехмерная модель 15" descr="k">
                <a:extLst>
                  <a:ext uri="{FF2B5EF4-FFF2-40B4-BE49-F238E27FC236}">
                    <a16:creationId xmlns:a16="http://schemas.microsoft.com/office/drawing/2014/main" id="{87B9C519-7A1B-364B-963E-A466812901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99616" y="2774538"/>
                <a:ext cx="508562" cy="988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Трехмерная модель 25" descr="A">
                <a:extLst>
                  <a:ext uri="{FF2B5EF4-FFF2-40B4-BE49-F238E27FC236}">
                    <a16:creationId xmlns:a16="http://schemas.microsoft.com/office/drawing/2014/main" id="{941B8CA5-AA41-D8A5-D115-5FFCC593F6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70338756"/>
                  </p:ext>
                </p:extLst>
              </p:nvPr>
            </p:nvGraphicFramePr>
            <p:xfrm>
              <a:off x="3081636" y="2857621"/>
              <a:ext cx="1160145" cy="1352740"/>
            </p:xfrm>
            <a:graphic>
              <a:graphicData uri="http://schemas.microsoft.com/office/drawing/2017/model3d">
                <am3d:model3d r:embed="rId19">
                  <am3d:spPr>
                    <a:xfrm>
                      <a:off x="0" y="0"/>
                      <a:ext cx="1160145" cy="1352740"/>
                    </a:xfrm>
                    <a:prstGeom prst="rect">
                      <a:avLst/>
                    </a:prstGeom>
                  </am3d:spPr>
                  <am3d:camera>
                    <am3d:pos x="0" y="0" z="629821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448690" d="1000000"/>
                    <am3d:preTrans dx="-1" dy="-18000000" dz="-1982"/>
                    <am3d:scale>
                      <am3d:sx n="1000000" d="1000000"/>
                      <am3d:sy n="1000000" d="1000000"/>
                      <am3d:sz n="1000000" d="1000000"/>
                    </am3d:scale>
                    <am3d:rot ax="329122" ay="966483" az="91571"/>
                    <am3d:postTrans dx="0" dy="0" dz="0"/>
                  </am3d:trans>
                  <am3d:raster rName="Office3DRenderer" rVer="16.0.8326">
                    <am3d:blip r:embed="rId20"/>
                  </am3d:raster>
                  <am3d:objViewport viewportSz="17877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Трехмерная модель 25" descr="A">
                <a:extLst>
                  <a:ext uri="{FF2B5EF4-FFF2-40B4-BE49-F238E27FC236}">
                    <a16:creationId xmlns:a16="http://schemas.microsoft.com/office/drawing/2014/main" id="{941B8CA5-AA41-D8A5-D115-5FFCC593F6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81636" y="2857621"/>
                <a:ext cx="1160145" cy="13527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48709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Дмитрий</cp:lastModifiedBy>
  <cp:revision>1</cp:revision>
  <dcterms:created xsi:type="dcterms:W3CDTF">2026-01-12T16:37:14Z</dcterms:created>
  <dcterms:modified xsi:type="dcterms:W3CDTF">2026-01-12T19:04:09Z</dcterms:modified>
</cp:coreProperties>
</file>